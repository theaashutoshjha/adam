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AuditEQ Technical Whitepaper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System &amp; Pipeline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Enterprise SEBI Speech Compliance Auditing Platform (v17.0.28)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FundsIndia Institutional Compliance Engineering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4-Tier Enterprise Architecture Topology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Tier 1: Client UI — React 19, Tailwind v4, Motion v12, TiltCard 3D HUD, WebAudio Player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Tier 2: Gateway — Express 4.21, TypeScript, Session Auth, Stream Buffers, Rate Limiter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Tier 3: Core Pipeline — 9-Stage Autonomous Deterministic SEBI Audit Engine, Whisper Nova-3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Tier 4: Storage — SQLite WAL Engine (0 Deadlocks, 60s timeout), Encrypted Audio Blob Vault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9-Stage Autonomous Compliance Pipeline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Stage 1: Ingestion &amp; Smartflo CDR Normalization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Stage 2: Deterministic 10-Digit Identity Resolution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Stage 3: 16kHz PCM Audio Conditioning &amp; Whisper Nova-3 ASR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Stage 3.5: Dual-Channel Stereo Diarization (Advisor vs Client)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Stage 4: AI Call Intent Classification (PRE_ORDER / REGULAR / SCRAP)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Stage 5: Pre-Order Trade Clustering &amp; Multi-Execution Matching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Stage 6: Transcript &amp; Audio Duration Eligibility Gate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Stage 7: Deterministic SEBI Q1–Q5 Auditing with Phonetic Levenshtein Tolerance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Stage 8 &amp; 9: Authoritative 5-Point Scoring &amp; Scorecard Publication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Database Schema, Concurrency &amp; Security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• SQLite WAL Concurrency: PRAGMA journal_mode = WAL, busy_timeout = 60000, 64MB Cache.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• Cardinal Parity: uq_scorecards_call_id constraint guarantees exactly 1 scorecard per physical call.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• Multi-Trade Consolidation: Groups multiple stock orders into 1 session, eliminating duplicate cards.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• Cryptographic Integrity: SHA-256 fingerprinting on raw audio and tamper-evident audit exports.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2026-10-26T06:26:46Z</dcterms:created>
  <dcterms:modified xsi:type="dcterms:W3CDTF">2026-10-26T06:26:46Z</dcterms:modified>
</cp:coreProperties>
</file>