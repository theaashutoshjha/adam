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SEBI Regulatory Standards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 Accuracy Requirements &amp; Standards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Mathematical Model, Telephony Prerequisites &amp; Quality Assurance Matrix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FundsIndia Regulatory Compliance Division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Mathematical Scoring Model &amp; SEBI Rubric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Zero-Tolerance Formula: Score = (Q1==PASS) * (Q2==PASS) * (Q5==PASS) * [ Q1 + Q2 + Q3 + Q4 + Q5 ].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Q1 (Fatal, 1 Pt): Calling line CLI must match registered 10-digit mobile number in KYC master.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Q2 (Fatal, 1 Pt): Client UCC (WIA/WIG/PWD/FIA) must be articulated aloud before order execution.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Q3 (Non-Fatal, 1 Pt): Stock ticker, quantity &amp; price/CMP confirmed. Deducts 1 point if ambiguous.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Q4 (Non-Fatal, 1 Pt): Customer verbal affirmative consent verified in dialogue.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Q5 (Fatal, 1 Pt): Strict prohibition against assured return or profit guarantees by advisor.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Telephony, Audio &amp; Data Prerequisites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Audio Quality: 16kHz sample rate, 16-bit uncompressed PCM, &lt; 0.5% packet loss on SIP trunks.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Dual-Channel Stereo: Channel 0 (Advisor) and Channel 1 (Client) isolated for 100% diarization.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Duration Thresholds: Calls &lt; 6s = SCRAP; 6–15s = Voicemail check; &gt;= 15s = Conversational audit.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Pre-Order Timing Law: Call Start Timestamp &lt;= Exchange Execution Timestamp + 30s clock skew.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NTP Clock Synchronization: Telephony and trading servers synchronized to IST NTP clock hourly.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ASR Phonetic Tolerance &amp; Zero Contradictions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Bilingual Hinglish Normalizer: Understands Indian stock tickers, Hindi numerals &amp; verbal trade verbs.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Entity De-Mangling: Reverses ASR currency artifacts (e.g. ₹5,357 -&gt; 5357) and removes acoustic spaces.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Phonetic Levenshtein Tolerance: Distance &lt;= 1 catches 1-digit telephony drops and homophone prefixes.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Zero Contradictions Rule: Continuous automated validation guarantees 0 score vs status flag mismatches.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34-Test Comprehensive Suite: Automated regression testing (tests/pipeline-accuracy-suite.ts, 100% pass).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2026-10-26T06:26:46Z</dcterms:created>
  <dcterms:modified xsi:type="dcterms:W3CDTF">2026-10-26T06:26:46Z</dcterms:modified>
</cp:coreProperties>
</file>