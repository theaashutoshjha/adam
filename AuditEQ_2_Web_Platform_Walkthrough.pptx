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AuditEQ Operational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Web Platform &amp; Feature Walkthrough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Visual Walkthrough of Views, Workflows &amp; Operational Modules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FundsIndia Dealing &amp; Compliance Desk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Platform Modules: Dashboard &amp; Interactive Calls Hub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Executive Dashboard: 5-Axis Spider Radar Chart (Q1–Q5), aggregate compliance rates, daily volume.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Calls Player: Interactive dual-channel stereo waveform scrubber with millisecond precision playback.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Synchronized Dialogue: Real-time speaker-attributed transcripts with color-coded speaker chips.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Inline Auditing: Interactive Q1–Q5 toggle pills with instant evidence preview and audio replay.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Quality Scorecards &amp; Audited Master Grid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Official 5-Point Scorecard: 4-mark regulatory rubric with fatal check rules and transcript evidence.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1-Click Dispatch: Automated email delivery of scorecards directly to equity advisors for QA feedback.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Audited Master Grid: Single source of truth displaying consolidated multi-trade quantities and average rates.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Authoritative Directory: Clean resolution of advisor codes (W1008 -&gt; Ashutosh Sharma) with 0 placeholders.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Secondary Workflows: Mail Audits, Reports &amp; Ingestion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Manual Trade Mail Matcher: For trades placed without calls via authorized client email instruction.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SEBI Inspection Dossiers: 1-click export of tamper-evident certified audit PDFs, Word docs &amp; Excel ledgers.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Client Master Export: Verified mapping of investor UCCs to registered mobile numbers and dealers.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Multi-Source Ingestion: Tata Tele Smartflo CDR CSVs, exchange trade order books &amp; bulk recording ZIPs.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2026-10-26T06:26:46Z</dcterms:created>
  <dcterms:modified xsi:type="dcterms:W3CDTF">2026-10-26T06:26:46Z</dcterms:modified>
</cp:coreProperties>
</file>